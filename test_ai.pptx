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Defining Artificial Intelligence and Core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AI mimics human cognitive functions to perform complex tasks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Key technologies include machine learning, natural language processing, and computer vision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Distinguished by Narrow AI for specific tasks and General AI for human-like adaptability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Driven by exponential growth in data availability and computing power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Transformative Applications and Strategic Implications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Automates complex workflows to significantly boost operational efficiency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Enables hyper-personalization in customer service and targeted marketing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Addresses critical challenges regarding ethics, algorithmic bias, and transparency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Requires workforce upskilling and strategic planning for seamless integration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Test</dc:title>
  <dc:subject>PptxGenJS Presentation</dc:subject>
  <dc:creator>AI Dashboard</dc:creator>
  <cp:lastModifiedBy>AI Dashboard</cp:lastModifiedBy>
  <cp:revision>1</cp:revision>
  <dcterms:created xsi:type="dcterms:W3CDTF">2026-03-02T06:54:35Z</dcterms:created>
  <dcterms:modified xsi:type="dcterms:W3CDTF">2026-03-02T06:54:35Z</dcterms:modified>
</cp:coreProperties>
</file>